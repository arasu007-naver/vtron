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6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서비스 소개서 · Working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144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스티믹스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Style ID Sharing 소셜 미디어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대상: 내부 / 초기 파트너 (IR 자료 이전 단계)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본 문서는 작업 중인 초안이며, 수치·계약·성과 지표를 포함하지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01 ·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STMX는 패션 Style ID Sharing 소셜 미디어입니다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사용자는 설문에 참여해 16가지 Style ID 중 하나를 부여받고,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다른 사용자와 유대를 형성하며 패션을 공유합니다.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07040" cy="123444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73152" cy="1234440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014984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모든 것을 공유하는 것이 아니라, 패션 성향과 Style ID를 공유해 개성과 획일성을 함께 아우르려는 서비스다.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성향을 묻는 25문항 설문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4개 축 결과로 정해지는 16가지 Style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ID를 매개로 다른 사용자와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 게시물로 패션을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02 ·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텍스트 16문항 + 이미지 9문항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부여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4개 축 점수 → 16가지 중 하나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79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 형성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다른 사용자와 연결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(형성 방식은 설계 중)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6968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LOOX 게시: 사진 최대 9장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공유의 단위는 ‘모든 것’이 아니라 패션 성향과 Style ID입니다.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Creator는 LOOX에 상품을 최대 3개까지 등록할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03 · Four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성향을 나누는 4개의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685800"/>
            <a:ext cx="1920240" cy="292608"/>
          </a:xfrm>
          <a:prstGeom prst="round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64040" y="685800"/>
            <a:ext cx="192024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예시 · 실제 인물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아래 점수는 UI 화면에서 가져온 예시 결과이며, 특정 인물의 데이터가 아닙니다.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Introverted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103120"/>
            <a:ext cx="6035040" cy="29260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4764" y="2103120"/>
            <a:ext cx="3802075" cy="29260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Expressive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6888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E6 · Expressive 쪽 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Classic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154680"/>
            <a:ext cx="6035040" cy="29260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71800" y="3154680"/>
            <a:ext cx="3802075" cy="29260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306324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Transformative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52044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C4 · Classic 쪽 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Relaxed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4206240"/>
            <a:ext cx="6035040" cy="29260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04764" y="4206240"/>
            <a:ext cx="3802075" cy="29260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411480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Structured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57200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S6 · Structured 쪽 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Minimal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5257800"/>
            <a:ext cx="6035040" cy="29260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71800" y="5257800"/>
            <a:ext cx="4526279" cy="29260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516636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Detailed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62356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M3 · Minimal 쪽 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설문 점수의 양(+) 방향: E · T · S ·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16가지 Style ID (1/2) · Expressive (E)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Design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조용한 디자인은 날 자꾸 불러.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Runway Star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내가 들어서면, 조명이 나를 따라와.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Translator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평범함? 나를 만나면 특별해져.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Urban Curator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진정한 멋은, 편안함에서 나와.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디자인이 특별해서? 나니까 특별해 보이는 거야.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Noblesse 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화려함은 타고나는 거야, 꾸미는 게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Mood Maker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내 분위기, 따라 한다고 될까?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Signature Editor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예쁜 건 많아도, 내 스타일은 많지 않아.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16가지 Style ID (2/2) · Introverted (I)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Silhouette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실루엣이 곧 디자인이야.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Guardian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남의 시선은 중요치 않아.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Modern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새로운 건 좋아, 과한 건 싫어.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Hunter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나를 만족시키는 브랜드 잘 없을걸?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Classic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꼭 새로운 게 더 좋은 걸까?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Fine Dresser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적당히는 내 스타일이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Comfort Finder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나한텐 이게 제일 편하고 좋더라.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Detail Keeper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비슷해 보여도, 내겐 전부 달라.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05 ·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구조 (현재 버전): 25문항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텍스트 문항 16개 · 1–16번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79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6점 척도, 0점 없음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매우 그렇다 +3 · 그렇다 +2 · 조금 그렇다 +1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조금 그렇지 않다 -1 · 그렇지 않다 -2 · 매우 그렇지 않다 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120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이미지 문항 9개 · 25–33번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79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제목: 당신의 스타일은?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여성용 선택지 2개 + 남성용 선택지 2개 (각각 별도 이미지 URL)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선택 점수: +2 또는 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※ 17–24번 문항은 존재하지 않습니다.   ※ is_inverse 문항은 점수 부호를 반전합니다.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402336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텍스트 문항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이미지 문항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역문항 (is_inverse)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문항 수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 /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3, 4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 / T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5–8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25, 26, 33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7, 8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9–12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27, 28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11, 12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 / M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13–16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29–32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15, 16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05 · Survey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점수가 Style ID가 되는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① 문항 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텍스트: +3 ~ -3 (0 없음)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이미지: +2 또는 -2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is_inverse 문항은 부호 반전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② 축별 합산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E/I · C/T · S/R · D/M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4개 축별로 해당 문항 점수를 합산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양(+) 방향: E · T · S ·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③ 4글자 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각 축의 방향을 순서대로 결합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E/I → T/C → S/R → M/D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예: ECSM, ITRD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축별로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문항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수가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다릅니다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(E/I 4 · C/T 7 · S/R 6 · D/M 8).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E/I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축은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텍스트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문항만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사용하며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나머지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세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축은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텍스트와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이미지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문항을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함께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400" b="0" dirty="0" err="1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사용합니다</a:t>
            </a:r>
            <a:r>
              <a:rPr sz="1400" b="0" dirty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06 · LOOX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LOOX: STMX의 게시물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STMX에서 게시물의 이름은 LOOX입니다.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28600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57400" y="228600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17520" y="228600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324612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57400" y="324612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520" y="324612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420624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57400" y="420624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520" y="4206240"/>
            <a:ext cx="868680" cy="86868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사진 최대 9장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6263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사진: LOOX당 최대 9장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880360"/>
            <a:ext cx="6263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한 개의 LOOX에 최대 9장의 사진을 담을 수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79476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931920"/>
            <a:ext cx="6263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상품: Creator는 LOOX당 최대 3개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389120"/>
            <a:ext cx="6263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Creator는 하나의 LOOX에 상품을 최대 3개까지 등록할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6629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LOOX는 Style ID Sharing이 실제로 일어나는 단위입니다.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79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LOOX로 보여주는 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120640" cy="301752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공유하지 않는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79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‘모든 것’을 공유하는 일반 소셜 미디어 방식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성향과 무관한 정보 전반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같은 Style ID라는 공통점(획일성)과 각자의 LOOX가 보여주는 차이(개성)를 함께 담습니다.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ID는 사용자 간 유대, Creator 탐색, Brand 타깃팅의 공통 기준이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08 ·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비즈니스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685800"/>
            <a:ext cx="2240280" cy="292608"/>
          </a:xfrm>
          <a:prstGeom prst="round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685800"/>
            <a:ext cx="2240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방향성 · 아직 완전 출시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① ShopMy와 유사한 Creator 커머스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754879" cy="3337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Creator는 이미 Style ID를 가지고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따라서 Brand는 Style ID 기준으로 더 정밀한 판매, 광고, 캠페인을 운영할 수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LOOX당 상품 최대 3개 등록 구조와 연결됩니다.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※ ShopMy와의 파트너십은 없습니다. 모델 유형만 참고합니다.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② A2A 기반 MCP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79" cy="3337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A2A는 이미 준비되어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사용자가 “오늘 뭐 입지”라고 물으면, 해당 사용자의 Style ID에 맞는 Creator와 Brand 상품을 소개합니다.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이를 통해 매우 정밀한 타깃 마케팅과 프로모션이 가능합니다.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가격 정책 등 비즈니스 조건은 아직 확정되지 않았습니다.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09 ·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User · Creator · Brand의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참여 → Style ID 부여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다른 사용자와 유대 형성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LOOX로 패션 공유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“오늘 뭐 입지” 질문 시 Style ID 기반 추천 수신 (방향)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자신의 Style ID를 가진 공유자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LOOX에 상품 최대 3개 등록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Brand의 Style ID 타깃 판매·광고·캠페인 대상 (방향)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기준 타깃 판매·광고·캠페인 (방향)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Admin web의 catalog 및 Naver commerce 기능 사용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MCP/A2A 추천을 통한 상품 노출 (방향)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Creator 전용 Admin 화면은 아키텍처 다이어그램에 별도로 표기되어 있지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10 · STMX Web &amp; Mobile Phase 2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Consumer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760720" cy="4892040"/>
          </a:xfrm>
          <a:prstGeom prst="rect">
            <a:avLst/>
          </a:prstGeom>
          <a:solidFill>
            <a:srgbClr val="FAF8F4"/>
          </a:solidFill>
          <a:ln w="9525">
            <a:solidFill>
              <a:srgbClr val="B4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Docker Compose production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371600"/>
            <a:ext cx="4983480" cy="4892040"/>
          </a:xfrm>
          <a:prstGeom prst="rect">
            <a:avLst/>
          </a:prstGeom>
          <a:solidFill>
            <a:srgbClr val="FAF8F4"/>
          </a:solidFill>
          <a:ln w="9525">
            <a:solidFill>
              <a:srgbClr val="B4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Supabase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2651760" cy="114300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837943"/>
            <a:ext cx="24323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40"/>
            <a:ext cx="243230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Expo SDK 57 · ai.stmx.app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React Native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Expo EAS Build · APK/AAB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63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118104"/>
            <a:ext cx="24323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Nginx ingress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29000"/>
            <a:ext cx="243230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SSL 443 · Certbot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proxy_pass → 8910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783080"/>
            <a:ext cx="2606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1837943"/>
            <a:ext cx="238658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Web client &amp;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148840"/>
            <a:ext cx="238658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Next.js · Node 20 standalone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port 8910 · Docker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desktop / invites / SEO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30632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8" y="3118104"/>
            <a:ext cx="238658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Next 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3429000"/>
            <a:ext cx="238658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Routes: Style · LOOX · Admin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Bearer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2519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306824"/>
            <a:ext cx="51755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Shared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617720"/>
            <a:ext cx="5175504" cy="4571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@stmx/core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25780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312664"/>
            <a:ext cx="517550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OAuth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623560"/>
            <a:ext cx="5175504" cy="4571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Naver · Kakao · Google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783080"/>
            <a:ext cx="2240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76288" y="1837943"/>
            <a:ext cx="2020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Supabase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148840"/>
            <a:ext cx="2020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JWT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MagicLink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PKCE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783080"/>
            <a:ext cx="2240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53728" y="1837943"/>
            <a:ext cx="2020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Naver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148840"/>
            <a:ext cx="2020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Edge function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Supabase Deno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063240"/>
            <a:ext cx="4617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76288" y="3118104"/>
            <a:ext cx="43982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429000"/>
            <a:ext cx="439826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Tables: Profiles · LOOX · Survey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RLS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4251960"/>
            <a:ext cx="4617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76288" y="4306824"/>
            <a:ext cx="43982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617720"/>
            <a:ext cx="4398264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style cards bucket · media bucket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486400"/>
            <a:ext cx="46177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다이어그램 원본 라벨만 사용해 재구성했습니다.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11 · VTON Platform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503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Admin web </a:t>
            </a:r>
            <a:r>
              <a:rPr sz="2600" b="1" dirty="0" err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아키텍처</a:t>
            </a:r>
            <a:r>
              <a:rPr sz="26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 (</a:t>
            </a:r>
            <a:r>
              <a:rPr lang="en-US" sz="26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 Admin</a:t>
            </a:r>
            <a:r>
              <a:rPr sz="26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607040" cy="141732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038758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Next.js app · port 8920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10387584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74519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VTON Studio / Try-on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/ · /tryon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1874519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Portrait Studio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874519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Video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267712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/mov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59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1874519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API Playground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874519"/>
            <a:ext cx="1828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Commerce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267712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catalog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07238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Supabase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83279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SSR cookies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Bearer JWT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307238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Product crop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383279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FastAPI · port 8930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CDP Chrome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0727" y="307238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VTON render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383279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Sequential layer pipeline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→ FASHN AI (api.fashn.ai)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" y="439826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09160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vton_* tables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brand_catalog_* tables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98848" y="439826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709160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vton-assets bucket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vton-results bucket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10727" y="4398264"/>
            <a:ext cx="31638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Naver Commerce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4709160"/>
            <a:ext cx="3163824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상품 검색 · catalog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Admin web에는 Creator와 Brand 기능이 포함됩니다. 다이어그램에 그려진 Brand 기능은 catalog와 Naver commerce입니다.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Creator 기능은 다이어그램에 별도 박스로 표기되어 있지 않아 화면명을 기재하지 않았습니다.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12 ·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아직 열려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 간 유대 형성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유대를 어떤 방식으로 맺는지는 아직 결정되지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비즈니스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가격 정책 등 비즈니스 조건은 아직 확정되지 않았습니다.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 커머스와 MCP/A2A 서비스는 방향성 단계입니다.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성과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아직 성과 수치가 없습니다.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본 문서는 지표·매출·사용자 수를 포함하지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위 항목은 IR 자료 작성 전 확정이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1696</Words>
  <Application>Microsoft Office PowerPoint</Application>
  <PresentationFormat>와이드스크린</PresentationFormat>
  <Paragraphs>312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jaesung007 pi jaesung</cp:lastModifiedBy>
  <cp:revision>2</cp:revision>
  <dcterms:created xsi:type="dcterms:W3CDTF">2013-01-27T09:14:16Z</dcterms:created>
  <dcterms:modified xsi:type="dcterms:W3CDTF">2026-10-03T09:44:36Z</dcterms:modified>
  <cp:category/>
</cp:coreProperties>
</file>