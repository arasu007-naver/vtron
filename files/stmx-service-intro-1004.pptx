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6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서비스 소개서 · Working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9144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스티믹스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Style ID Sharing 소셜 미디어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대상: 내부 / 초기 파트너 (IR 자료 이전 단계)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본 문서는 작업 중인 초안이며, 수치·계약·성과 지표를 포함하지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01 ·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STMX는 패션 Style ID Sharing 소셜 미디어입니다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사용자는 설문에 참여해 16가지 Style ID 중 하나를 부여받고,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다른 사용자와 유대를 형성하며 패션을 공유합니다.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0607040" cy="1234440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73152" cy="1234440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10149840" cy="1051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모든 것을 공유하는 것이 아니라, 패션 성향과 Style ID를 공유해 개성과 획일성을 함께 아우르려는 서비스다.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성향을 묻는 25문항 설문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4개 축 결과로 정해지는 16가지 Style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유대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ID를 매개로 다른 사용자와 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4572000"/>
            <a:ext cx="2148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029200"/>
            <a:ext cx="21488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 게시물로 패션을 공유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02 ·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참여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텍스트 16문항 + 이미지 9문항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3154680"/>
            <a:ext cx="228600" cy="274320"/>
          </a:xfrm>
          <a:prstGeom prst="rightArrow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 부여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4개 축 점수 → 16가지 중 하나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154680"/>
            <a:ext cx="228600" cy="274320"/>
          </a:xfrm>
          <a:prstGeom prst="rightArrow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79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유대 형성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다른 사용자와 연결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(형성 방식은 설계 중)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69680" y="3154680"/>
            <a:ext cx="228600" cy="274320"/>
          </a:xfrm>
          <a:prstGeom prst="rightArrow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599" y="1965960"/>
            <a:ext cx="914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788920"/>
            <a:ext cx="2103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3337560"/>
            <a:ext cx="2103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LOOX 게시: 사진 최대 9장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공유의 단위는 ‘모든 것’이 아니라 패션 성향과 Style ID입니다.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Creator는 LOOX에 상품을 최대 3개까지 등록할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03 · Four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성향을 나누는 4개의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685800"/>
            <a:ext cx="1920240" cy="292608"/>
          </a:xfrm>
          <a:prstGeom prst="round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64040" y="685800"/>
            <a:ext cx="192024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예시 · 실제 인물 아님</a:t>
            </a:r>
          </a:p>
        </p:txBody>
      </p:sp>
      <p:sp>
        <p:nvSpPr>
          <p:cNvPr id="101" name="Image frame"/>
          <p:cNvSpPr/>
          <p:nvPr/>
        </p:nvSpPr>
        <p:spPr>
          <a:xfrm>
            <a:off x="731520" y="1325880"/>
            <a:ext cx="3091884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6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02" name="Four axes example screenshot" descr="예시 결과 화면: Introverted–Expressive E6 63%, Classic–Transformative C4 63%, Relaxed–Structured S6 63%, Minimal–Detailed M3 75%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000444" cy="4754880"/>
          </a:xfrm>
          <a:prstGeom prst="rect">
            <a:avLst/>
          </a:prstGeom>
        </p:spPr>
      </p:pic>
      <p:sp>
        <p:nvSpPr>
          <p:cNvPr id="9" name="Right label"/>
          <p:cNvSpPr txBox="1"/>
          <p:nvPr/>
        </p:nvSpPr>
        <p:spPr>
          <a:xfrm>
            <a:off x="4389120" y="1371600"/>
            <a:ext cx="6995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화면 읽는 법</a:t>
            </a:r>
          </a:p>
        </p:txBody>
      </p:sp>
      <p:sp>
        <p:nvSpPr>
          <p:cNvPr id="103" name="Right heading"/>
          <p:cNvSpPr txBox="1"/>
          <p:nvPr/>
        </p:nvSpPr>
        <p:spPr>
          <a:xfrm>
            <a:off x="4389120" y="1691640"/>
            <a:ext cx="69951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20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4개의 축을 막대 하나씩으로 보여줍니다</a:t>
            </a:r>
          </a:p>
        </p:txBody>
      </p:sp>
      <p:sp>
        <p:nvSpPr>
          <p:cNvPr id="104" name="Right body"/>
          <p:cNvSpPr txBox="1"/>
          <p:nvPr/>
        </p:nvSpPr>
        <p:spPr>
          <a:xfrm>
            <a:off x="4389120" y="2286000"/>
            <a:ext cx="699516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ko-KR"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왼쪽은 결과 UI 화면의 예시이며, 실제 인물의 데이터가 아닙니다.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각 축은 두 가지 색으로 나뉜 막대로 표시되며, 축마다 코드와 퍼센트가 함께 나타납니다.</a:t>
            </a:r>
          </a:p>
        </p:txBody>
      </p:sp>
      <p:sp>
        <p:nvSpPr>
          <p:cNvPr id="105" name="Row E6"/>
          <p:cNvSpPr/>
          <p:nvPr/>
        </p:nvSpPr>
        <p:spPr>
          <a:xfrm>
            <a:off x="4389120" y="3474720"/>
            <a:ext cx="6995160" cy="502920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6" name="Chip E6"/>
          <p:cNvSpPr/>
          <p:nvPr/>
        </p:nvSpPr>
        <p:spPr>
          <a:xfrm>
            <a:off x="4572000" y="3566160"/>
            <a:ext cx="685800" cy="320040"/>
          </a:xfrm>
          <a:prstGeom prst="roundRect">
            <a:avLst/>
          </a:prstGeom>
          <a:solidFill>
            <a:srgbClr val="1E1E2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E6</a:t>
            </a:r>
          </a:p>
        </p:txBody>
      </p:sp>
      <p:sp>
        <p:nvSpPr>
          <p:cNvPr id="107" name="Axis E6"/>
          <p:cNvSpPr txBox="1"/>
          <p:nvPr/>
        </p:nvSpPr>
        <p:spPr>
          <a:xfrm>
            <a:off x="5440680" y="3474720"/>
            <a:ext cx="32918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Introverted – Expressive</a:t>
            </a:r>
          </a:p>
        </p:txBody>
      </p:sp>
      <p:sp>
        <p:nvSpPr>
          <p:cNvPr id="108" name="Reading E6"/>
          <p:cNvSpPr txBox="1"/>
          <p:nvPr/>
        </p:nvSpPr>
        <p:spPr>
          <a:xfrm>
            <a:off x="8778240" y="3474720"/>
            <a:ext cx="24231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Expressive 쪽 63%</a:t>
            </a:r>
          </a:p>
        </p:txBody>
      </p:sp>
      <p:sp>
        <p:nvSpPr>
          <p:cNvPr id="109" name="Row C4"/>
          <p:cNvSpPr/>
          <p:nvPr/>
        </p:nvSpPr>
        <p:spPr>
          <a:xfrm>
            <a:off x="4389120" y="4069080"/>
            <a:ext cx="6995160" cy="502920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Chip C4"/>
          <p:cNvSpPr/>
          <p:nvPr/>
        </p:nvSpPr>
        <p:spPr>
          <a:xfrm>
            <a:off x="4572000" y="4160520"/>
            <a:ext cx="685800" cy="320040"/>
          </a:xfrm>
          <a:prstGeom prst="roundRect">
            <a:avLst/>
          </a:prstGeom>
          <a:solidFill>
            <a:srgbClr val="1E1E2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C4</a:t>
            </a:r>
          </a:p>
        </p:txBody>
      </p:sp>
      <p:sp>
        <p:nvSpPr>
          <p:cNvPr id="111" name="Axis C4"/>
          <p:cNvSpPr txBox="1"/>
          <p:nvPr/>
        </p:nvSpPr>
        <p:spPr>
          <a:xfrm>
            <a:off x="5440680" y="4069080"/>
            <a:ext cx="32918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Classic – Transformative</a:t>
            </a:r>
          </a:p>
        </p:txBody>
      </p:sp>
      <p:sp>
        <p:nvSpPr>
          <p:cNvPr id="112" name="Reading C4"/>
          <p:cNvSpPr txBox="1"/>
          <p:nvPr/>
        </p:nvSpPr>
        <p:spPr>
          <a:xfrm>
            <a:off x="8778240" y="4069080"/>
            <a:ext cx="24231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Classic 쪽 63%</a:t>
            </a:r>
          </a:p>
        </p:txBody>
      </p:sp>
      <p:sp>
        <p:nvSpPr>
          <p:cNvPr id="113" name="Row S6"/>
          <p:cNvSpPr/>
          <p:nvPr/>
        </p:nvSpPr>
        <p:spPr>
          <a:xfrm>
            <a:off x="4389120" y="4663440"/>
            <a:ext cx="6995160" cy="502920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4" name="Chip S6"/>
          <p:cNvSpPr/>
          <p:nvPr/>
        </p:nvSpPr>
        <p:spPr>
          <a:xfrm>
            <a:off x="4572000" y="4754880"/>
            <a:ext cx="685800" cy="320040"/>
          </a:xfrm>
          <a:prstGeom prst="roundRect">
            <a:avLst/>
          </a:prstGeom>
          <a:solidFill>
            <a:srgbClr val="1E1E2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S6</a:t>
            </a:r>
          </a:p>
        </p:txBody>
      </p:sp>
      <p:sp>
        <p:nvSpPr>
          <p:cNvPr id="115" name="Axis S6"/>
          <p:cNvSpPr txBox="1"/>
          <p:nvPr/>
        </p:nvSpPr>
        <p:spPr>
          <a:xfrm>
            <a:off x="5440680" y="4663440"/>
            <a:ext cx="32918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Relaxed – Structured</a:t>
            </a:r>
          </a:p>
        </p:txBody>
      </p:sp>
      <p:sp>
        <p:nvSpPr>
          <p:cNvPr id="116" name="Reading S6"/>
          <p:cNvSpPr txBox="1"/>
          <p:nvPr/>
        </p:nvSpPr>
        <p:spPr>
          <a:xfrm>
            <a:off x="8778240" y="4663440"/>
            <a:ext cx="24231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Structured 쪽 63%</a:t>
            </a:r>
          </a:p>
        </p:txBody>
      </p:sp>
      <p:sp>
        <p:nvSpPr>
          <p:cNvPr id="117" name="Row M3"/>
          <p:cNvSpPr/>
          <p:nvPr/>
        </p:nvSpPr>
        <p:spPr>
          <a:xfrm>
            <a:off x="4389120" y="5257800"/>
            <a:ext cx="6995160" cy="502920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8" name="Chip M3"/>
          <p:cNvSpPr/>
          <p:nvPr/>
        </p:nvSpPr>
        <p:spPr>
          <a:xfrm>
            <a:off x="4572000" y="5349240"/>
            <a:ext cx="685800" cy="320040"/>
          </a:xfrm>
          <a:prstGeom prst="roundRect">
            <a:avLst/>
          </a:prstGeom>
          <a:solidFill>
            <a:srgbClr val="1E1E22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M3</a:t>
            </a:r>
          </a:p>
        </p:txBody>
      </p:sp>
      <p:sp>
        <p:nvSpPr>
          <p:cNvPr id="119" name="Axis M3"/>
          <p:cNvSpPr txBox="1"/>
          <p:nvPr/>
        </p:nvSpPr>
        <p:spPr>
          <a:xfrm>
            <a:off x="5440680" y="5257800"/>
            <a:ext cx="32918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Minimal – Detailed</a:t>
            </a:r>
          </a:p>
        </p:txBody>
      </p:sp>
      <p:sp>
        <p:nvSpPr>
          <p:cNvPr id="120" name="Reading M3"/>
          <p:cNvSpPr txBox="1"/>
          <p:nvPr/>
        </p:nvSpPr>
        <p:spPr>
          <a:xfrm>
            <a:off x="8778240" y="5257800"/>
            <a:ext cx="24231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Minimal 쪽 75%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04 · Style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16가지 Style ID (1/2) · Expressive (E)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코드 순서: E/I → T/C → S/R → M/D   (E Expressive · I Introverted · T Transformative · C Classic · S Structured · R Relaxed · M Minimal · D Detailed)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830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Design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조용한 디자인은 날 자꾸 불러.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3172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Runway Star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내가 들어서면, 조명이 나를 따라와.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6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803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Translator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803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평범함? 나를 만나면 특별해져.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ETRD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42900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Urban Curator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진정한 멋은, 편안함에서 나와.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77639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977639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디자인이 특별해서? 나니까 특별해 보이는 거야.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5262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Noblesse Icon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262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화려함은 타고나는 거야, 꾸미는 게 아니야.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7492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749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Mood Maker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0749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내 분위기, 따라 한다고 될까?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62356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ECRD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6235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Signature Editor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6235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예쁜 건 많아도, 내 스타일은 많지 않아.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04 · Style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16가지 Style ID (2/2) · Introverted (I)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코드 순서: E/I → T/C → S/R → M/D   (E Expressive · I Introverted · T Transformative · C Classic · S Structured · R Relaxed · M Minimal · D Detailed)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830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Silhouette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실루엣이 곧 디자인이야.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3172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Guardian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남의 시선은 중요치 않아.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6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803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Modern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803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새로운 건 좋아, 과한 건 싫어.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ITRD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42900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Hunter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나를 만족시키는 브랜드 잘 없을걸?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77639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977639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Classic 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꼭 새로운 게 더 좋은 걸까?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52628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Fine Dresser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2628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적당히는 내 스타일이 아니야.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7492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7492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Comfort Finder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07492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나한텐 이게 제일 편하고 좋더라.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623560"/>
            <a:ext cx="10607040" cy="475488"/>
          </a:xfrm>
          <a:prstGeom prst="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972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ICRD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623560"/>
            <a:ext cx="30175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Detail Keeper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623560"/>
            <a:ext cx="612648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비슷해 보여도, 내겐 전부 달라.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05 ·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구조 (현재 버전): 25문항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5120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텍스트 문항 16개 · 1–16번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754879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6점 척도, 0점 없음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매우 그렇다 +3 · 그렇다 +2 · 조금 그렇다 +1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조금 그렇지 않다 -1 · 그렇지 않다 -2 · 매우 그렇지 않다 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120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이미지 문항 9개 · 25–33번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754879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제목: 당신의 스타일은?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여성용 선택지 2개 + 남성용 선택지 2개 (각각 별도 이미지 URL)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선택 점수: +2 또는 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※ 17–24번 문항은 존재하지 않습니다.   ※ is_inverse 문항은 점수 부호를 반전합니다.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402336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텍스트 문항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이미지 문항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역문항 (is_inverse)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문항 수</a:t>
                      </a:r>
                    </a:p>
                  </a:txBody>
                  <a:tcPr anchor="ctr">
                    <a:solidFill>
                      <a:srgbClr val="1E1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 /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1–4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3, 4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 / T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5–8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25, 26, 33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7, 8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 / 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9–12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27, 28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11, 12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 / M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13–16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29–32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15, 16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22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</a:t>
                      </a:r>
                    </a:p>
                  </a:txBody>
                  <a:tcPr anchor="ctr">
                    <a:solidFill>
                      <a:srgbClr val="F1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05 · Survey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점수가 Style ID가 되는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① 문항 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2057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텍스트: +3 ~ -3 (0 없음)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이미지: +2 또는 -2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is_inverse 문항은 부호 반전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② 축별 합산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2057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E/I · C/T · S/R · D/M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4개 축별로 해당 문항 점수를 합산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양(+) 방향: E · T · S ·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③ 4글자 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2057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각 축의 방향을 순서대로 결합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E/I → T/C → S/R → M/D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예: ECSM, ITRD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0704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축별로 문항 수가 다릅니다 (E/I 4 · C/T 7 · S/R 6 · D/M 8).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E/I 축은 텍스트 문항만 사용하며, 나머지 세 축은 텍스트와 이미지 문항을 함께 사용합니다.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06 · LOOX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LOOX: STMX의 게시물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STMX에서 게시물의 이름은 LOOX입니다.</a:t>
            </a:r>
          </a:p>
        </p:txBody>
      </p:sp>
      <p:pic>
        <p:nvPicPr>
          <p:cNvPr id="25" name="LOOX photo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812800" cy="1219200"/>
          </a:xfrm>
          <a:prstGeom prst="rect">
            <a:avLst/>
          </a:prstGeom>
        </p:spPr>
      </p:pic>
      <p:pic>
        <p:nvPicPr>
          <p:cNvPr id="26" name="LOOX photo 2" descr="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20" y="2103120"/>
            <a:ext cx="812800" cy="1219200"/>
          </a:xfrm>
          <a:prstGeom prst="rect">
            <a:avLst/>
          </a:prstGeom>
        </p:spPr>
      </p:pic>
      <p:pic>
        <p:nvPicPr>
          <p:cNvPr id="27" name="LOOX photo 3" descr="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760" y="2103120"/>
            <a:ext cx="812800" cy="1219200"/>
          </a:xfrm>
          <a:prstGeom prst="rect">
            <a:avLst/>
          </a:prstGeom>
        </p:spPr>
      </p:pic>
      <p:pic>
        <p:nvPicPr>
          <p:cNvPr id="28" name="LOOX photo 4" descr="08.png"/>
          <p:cNvPicPr>
            <a:picLocks noChangeAspect="1"/>
          </p:cNvPicPr>
          <p:nvPr/>
        </p:nvPicPr>
        <p:blipFill>
          <a:blip r:embed="rId5"/>
          <a:srcRect t="52" b="208"/>
          <a:stretch>
            <a:fillRect/>
          </a:stretch>
        </p:blipFill>
        <p:spPr>
          <a:xfrm>
            <a:off x="1097280" y="3413760"/>
            <a:ext cx="812800" cy="1219200"/>
          </a:xfrm>
          <a:prstGeom prst="rect">
            <a:avLst/>
          </a:prstGeom>
        </p:spPr>
      </p:pic>
      <p:pic>
        <p:nvPicPr>
          <p:cNvPr id="29" name="LOOX photo 5" descr="10.png"/>
          <p:cNvPicPr>
            <a:picLocks noChangeAspect="1"/>
          </p:cNvPicPr>
          <p:nvPr/>
        </p:nvPicPr>
        <p:blipFill>
          <a:blip r:embed="rId6"/>
          <a:srcRect l="3863" r="3863"/>
          <a:stretch>
            <a:fillRect/>
          </a:stretch>
        </p:blipFill>
        <p:spPr>
          <a:xfrm>
            <a:off x="2001520" y="3413760"/>
            <a:ext cx="812800" cy="1219200"/>
          </a:xfrm>
          <a:prstGeom prst="rect">
            <a:avLst/>
          </a:prstGeom>
        </p:spPr>
      </p:pic>
      <p:pic>
        <p:nvPicPr>
          <p:cNvPr id="30" name="LOOX photo 6" descr="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5760" y="3413760"/>
            <a:ext cx="812800" cy="1219200"/>
          </a:xfrm>
          <a:prstGeom prst="rect">
            <a:avLst/>
          </a:prstGeom>
        </p:spPr>
      </p:pic>
      <p:pic>
        <p:nvPicPr>
          <p:cNvPr id="31" name="LOOX photo 7" descr="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724400"/>
            <a:ext cx="812800" cy="1219200"/>
          </a:xfrm>
          <a:prstGeom prst="rect">
            <a:avLst/>
          </a:prstGeom>
        </p:spPr>
      </p:pic>
      <p:pic>
        <p:nvPicPr>
          <p:cNvPr id="32" name="LOOX photo 8" descr="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1520" y="4724400"/>
            <a:ext cx="812800" cy="1219200"/>
          </a:xfrm>
          <a:prstGeom prst="rect">
            <a:avLst/>
          </a:prstGeom>
        </p:spPr>
      </p:pic>
      <p:pic>
        <p:nvPicPr>
          <p:cNvPr id="33" name="LOOX photo 9" descr="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760" y="4724400"/>
            <a:ext cx="812800" cy="1219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5989320"/>
            <a:ext cx="262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사진 최대 9장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86000"/>
            <a:ext cx="6629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2423160"/>
            <a:ext cx="6263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사진: LOOX당 최대 9장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880360"/>
            <a:ext cx="62636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한 개의 LOOX에 최대 9장의 사진을 담을 수 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794760"/>
            <a:ext cx="6629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931920"/>
            <a:ext cx="6263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상품: Creator는 LOOX당 최대 3개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389120"/>
            <a:ext cx="62636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Creator는 하나의 LOOX에 상품을 최대 3개까지 등록할 수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03520"/>
            <a:ext cx="6629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LOOX는 Style ID Sharing이 실제로 일어나는 단위입니다.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07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51206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공유하는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754879" cy="2331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LOOX로 보여주는 패션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120640" cy="3017520"/>
          </a:xfrm>
          <a:prstGeom prst="rect">
            <a:avLst/>
          </a:prstGeom>
          <a:solidFill>
            <a:srgbClr val="F1ECE3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공유하지 않는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754879" cy="2331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‘모든 것’을 공유하는 일반 소셜 미디어 방식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패션 성향과 무관한 정보 전반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같은 Style ID라는 공통점(획일성)과 각자의 LOOX가 보여주는 차이(개성)를 함께 담습니다.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ID는 사용자 간 유대, Creator 탐색, Brand 타깃팅의 공통 기준이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07 · Style ID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 추출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7" name="Image frame"/>
          <p:cNvSpPr/>
          <p:nvPr/>
        </p:nvSpPr>
        <p:spPr>
          <a:xfrm>
            <a:off x="731520" y="1417320"/>
            <a:ext cx="5120640" cy="4141386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tyle ID extraction screenshot" descr="STMX STUDIO Style ID 화면: 업로드 이미지, 관찰 프롬프트, 추출 결과(ICSD Fine Dresser), 부위 크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5029200" cy="4049946"/>
          </a:xfrm>
          <a:prstGeom prst="rect">
            <a:avLst/>
          </a:prstGeom>
        </p:spPr>
      </p:pic>
      <p:sp>
        <p:nvSpPr>
          <p:cNvPr id="9" name="Image caption"/>
          <p:cNvSpPr txBox="1"/>
          <p:nvPr/>
        </p:nvSpPr>
        <p:spPr>
          <a:xfrm>
            <a:off x="777240" y="560442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6B72"/>
                </a:solidFill>
                <a:latin typeface="Noto Sans CJK KR"/>
              </a:rPr>
              <a:t>STMX STUDIO · Style ID (style-ex) 화면</a:t>
            </a:r>
          </a:p>
        </p:txBody>
      </p:sp>
      <p:sp>
        <p:nvSpPr>
          <p:cNvPr id="10" name="Right body"/>
          <p:cNvSpPr txBox="1"/>
          <p:nvPr/>
        </p:nvSpPr>
        <p:spPr>
          <a:xfrm>
            <a:off x="6172200" y="1417320"/>
            <a:ext cx="5212080" cy="196060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  <a:buNone/>
            </a:pPr>
            <a:r>
              <a:rPr lang="ko-KR" sz="12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VTON </a:t>
            </a:r>
            <a:r>
              <a:rPr lang="ko-KR" sz="1200" b="1" dirty="0" err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Studio</a:t>
            </a:r>
            <a:r>
              <a:rPr lang="ko-KR" sz="12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 &amp; </a:t>
            </a:r>
            <a:r>
              <a:rPr lang="ko-KR" sz="1200" b="1" dirty="0" err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Try-On</a:t>
            </a:r>
            <a:r>
              <a:rPr lang="ko-KR" sz="12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 Pipeline:</a:t>
            </a:r>
          </a:p>
          <a:p>
            <a:pPr>
              <a:lnSpc>
                <a:spcPct val="108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ko-KR" sz="1200" b="1" dirty="0" err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Style</a:t>
            </a:r>
            <a:r>
              <a:rPr lang="ko-KR" sz="12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 ID </a:t>
            </a:r>
            <a:r>
              <a:rPr lang="ko-KR" sz="1200" b="1" dirty="0" err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Vision</a:t>
            </a:r>
            <a:r>
              <a:rPr lang="ko-KR" sz="12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sz="1200" b="1" dirty="0" err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Extraction</a:t>
            </a:r>
            <a:r>
              <a:rPr lang="ko-KR" sz="12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 (</a:t>
            </a:r>
            <a:r>
              <a:rPr lang="ko-KR" sz="1200" b="1" dirty="0" err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style-ex</a:t>
            </a:r>
            <a:r>
              <a:rPr lang="ko-KR" sz="12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):</a:t>
            </a:r>
          </a:p>
          <a:p>
            <a:pPr marL="171450" indent="-171450">
              <a:lnSpc>
                <a:spcPct val="108000"/>
              </a:lnSpc>
              <a:spcAft>
                <a:spcPts val="250"/>
              </a:spcAft>
              <a:buFont typeface="Arial"/>
              <a:buChar char="•"/>
            </a:pPr>
            <a:r>
              <a:rPr lang="ko-KR" sz="11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1-Call </a:t>
            </a:r>
            <a:r>
              <a:rPr lang="ko-KR" sz="1100" b="1" dirty="0" err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Vision</a:t>
            </a:r>
            <a:r>
              <a:rPr lang="ko-KR" sz="11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 관찰: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단일 이미지 업로드 시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Anthropic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Claude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Vision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API(claude-opus-4-8)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1회 호출하여 의복별 37개 파라미터 + DM 디테일 + 색상 + 연출 유형을 동시 추출.</a:t>
            </a:r>
          </a:p>
          <a:p>
            <a:pPr marL="171450" indent="-171450">
              <a:lnSpc>
                <a:spcPct val="108000"/>
              </a:lnSpc>
              <a:spcAft>
                <a:spcPts val="250"/>
              </a:spcAft>
              <a:buFont typeface="Arial"/>
              <a:buChar char="•"/>
            </a:pPr>
            <a:r>
              <a:rPr lang="ko-KR" sz="11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4축 스코어링 엔진: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STMX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Item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Scoring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Engine이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서버 프로세스 내에서 EI(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Elegance-Impact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), SR(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Structure-Relax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), DM(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Dynamic-Minimal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)을 산출하고, TC(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Tone-Contrast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)는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Claude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LLM 판정으로 4자리 스타일 아이디 조합.</a:t>
            </a:r>
          </a:p>
          <a:p>
            <a:pPr marL="171450" indent="-171450">
              <a:lnSpc>
                <a:spcPct val="108000"/>
              </a:lnSpc>
              <a:spcAft>
                <a:spcPts val="250"/>
              </a:spcAft>
              <a:buFont typeface="Arial"/>
              <a:buChar char="•"/>
            </a:pPr>
            <a:r>
              <a:rPr lang="ko-KR" sz="1100" b="1" dirty="0" err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Sharp</a:t>
            </a:r>
            <a:r>
              <a:rPr lang="ko-KR" sz="1100" b="1" dirty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 부위: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Bounding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Box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기반으로 256×256 정규화 부위 </a:t>
            </a:r>
            <a:r>
              <a:rPr lang="ko-KR" sz="1100" b="0" dirty="0" err="1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크롭</a:t>
            </a:r>
            <a:r>
              <a:rPr lang="ko-KR" sz="1100" b="0" dirty="0">
                <a:solidFill>
                  <a:srgbClr val="4A4A52"/>
                </a:solidFill>
                <a:latin typeface="Noto Sans CJK KR"/>
                <a:ea typeface="Noto Sans CJK KR"/>
                <a:cs typeface="Noto Sans CJK KR"/>
              </a:rPr>
              <a:t> 이미지 생성.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08 ·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비즈니스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685800"/>
            <a:ext cx="2240280" cy="292608"/>
          </a:xfrm>
          <a:prstGeom prst="roundRect">
            <a:avLst/>
          </a:prstGeom>
          <a:solidFill>
            <a:srgbClr val="F1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685800"/>
            <a:ext cx="224028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방향성 · 아직 완전 출시 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① ShopMy와 유사한 Creator 커머스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754879" cy="3337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Creator는 이미 Style ID를 가지고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따라서 Brand는 Style ID 기준으로 더 정밀한 판매, 광고, 캠페인을 운영할 수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LOOX당 상품 최대 3개 등록 구조와 연결됩니다.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※ ShopMy와의 파트너십은 없습니다. 모델 유형만 참고합니다.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② A2A 기반 MCP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54879" cy="3337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A2A는 이미 준비되어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사용자가 “오늘 뭐 입지”라고 물으면, 해당 사용자의 Style ID에 맞는 Creator와 Brand 상품을 소개합니다.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이를 통해 매우 정밀한 타깃 마케팅과 프로모션이 가능합니다.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가격 정책 등 비즈니스 조건은 아직 확정되지 않았습니다.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09 ·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User · Creator · Brand의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3520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설문 참여 → Style ID 부여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다른 사용자와 유대 형성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LOOX로 패션 공유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“오늘 뭐 입지” 질문 시 Style ID 기반 추천 수신 (방향)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3520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자신의 Style ID를 가진 공유자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LOOX에 상품 최대 3개 등록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Brand의 Style ID 타깃 판매·광고·캠페인 대상 (방향)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3520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Style ID 기준 타깃 판매·광고·캠페인 (방향)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Admin web의 catalog 및 Naver commerce 기능 사용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MCP/A2A 추천을 통한 상품 노출 (방향)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Creator 전용 Admin 화면은 아키텍처 다이어그램에 별도로 표기되어 있지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B44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25712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lang="en-US" sz="11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100" b="1" dirty="0">
                <a:solidFill>
                  <a:srgbClr val="B44B2E"/>
                </a:solidFill>
                <a:latin typeface="Noto Sans CJK KR"/>
                <a:ea typeface="Noto Sans CJK KR"/>
                <a:cs typeface="Noto Sans CJK KR"/>
              </a:rPr>
              <a:t> ·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아직 열려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사용자 간 유대 형성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유대를 어떤 방식으로 맺는지는 아직 결정되지 않았습니다.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비즈니스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가격 정책 등 비즈니스 조건은 아직 확정되지 않았습니다.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Creator 커머스와 MCP/A2A 서비스는 방향성 단계입니다.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성과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2606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아직 성과 수치가 없습니다.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E1E22"/>
                </a:solidFill>
                <a:latin typeface="Noto Sans CJK KR"/>
                <a:ea typeface="Noto Sans CJK KR"/>
                <a:cs typeface="Noto Sans CJK KR"/>
              </a:rPr>
              <a:t>본 문서는 지표·매출·사용자 수를 포함하지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B6B72"/>
                </a:solidFill>
                <a:latin typeface="Noto Sans CJK KR"/>
                <a:ea typeface="Noto Sans CJK KR"/>
                <a:cs typeface="Noto Sans CJK KR"/>
              </a:rPr>
              <a:t>위 항목은 IR 자료 작성 전 확정이 필요합니다.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1566</Words>
  <Application>Microsoft Office PowerPoint</Application>
  <PresentationFormat>와이드스크린</PresentationFormat>
  <Paragraphs>255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jaesung007 pi jaesung</cp:lastModifiedBy>
  <cp:revision>3</cp:revision>
  <dcterms:created xsi:type="dcterms:W3CDTF">2013-01-27T09:14:16Z</dcterms:created>
  <dcterms:modified xsi:type="dcterms:W3CDTF">2026-10-04T10:58:01Z</dcterms:modified>
  <cp:category/>
</cp:coreProperties>
</file>